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9" r:id="rId9"/>
    <p:sldId id="344" r:id="rId10"/>
    <p:sldId id="345" r:id="rId11"/>
    <p:sldId id="350" r:id="rId12"/>
    <p:sldId id="346" r:id="rId13"/>
    <p:sldId id="351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>
        <p:scale>
          <a:sx n="75" d="100"/>
          <a:sy n="75" d="100"/>
        </p:scale>
        <p:origin x="76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103894" cy="86185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Title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: ScholarTrack Pro Smart Attendance Companion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049" y="969392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b="1" dirty="0"/>
              <a:t>Student Name </a:t>
            </a:r>
            <a:r>
              <a:rPr lang="en-US" sz="9600" dirty="0"/>
              <a:t>: P. Anudeep</a:t>
            </a:r>
          </a:p>
          <a:p>
            <a:pPr marL="0" indent="0" algn="ctr">
              <a:buNone/>
            </a:pPr>
            <a:r>
              <a:rPr lang="en-US" sz="9600" b="1" dirty="0"/>
              <a:t>Student ID </a:t>
            </a:r>
            <a:r>
              <a:rPr lang="en-US" sz="9600" dirty="0"/>
              <a:t>: 2520030087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b="1" dirty="0"/>
              <a:t>Cluster</a:t>
            </a:r>
            <a:r>
              <a:rPr lang="en-US" sz="11200" dirty="0"/>
              <a:t> : 1</a:t>
            </a:r>
          </a:p>
          <a:p>
            <a:pPr marL="0" indent="0" algn="ctr">
              <a:buNone/>
            </a:pPr>
            <a:r>
              <a:rPr lang="en-US" sz="11200" b="1" dirty="0"/>
              <a:t>Section </a:t>
            </a:r>
            <a:r>
              <a:rPr lang="en-US" sz="11200" dirty="0"/>
              <a:t>: 4 </a:t>
            </a: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359" y="4714119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398480" y="2763312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 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205937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8F9E-F2DE-C98F-2D0E-B9875737F9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2772"/>
            <a:ext cx="1043318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Scholar Track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attendance management system for students.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dashboard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monitor real-time attendance statistics.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attendance tracking and percentage calculation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predictor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safe leave and required classes.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attendance targets and personalized profiles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interface with dark/light mode and local data storage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D4F98042-7E64-CD6E-8424-6193F62C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28115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• </a:t>
            </a:r>
            <a:r>
              <a:rPr lang="en-US" sz="2600" dirty="0"/>
              <a:t>The traditional attendance system is mostly </a:t>
            </a:r>
            <a:r>
              <a:rPr lang="en-US" sz="2600" b="1" dirty="0"/>
              <a:t>manual or spreadsheet-based</a:t>
            </a:r>
            <a:r>
              <a:rPr lang="en-US" sz="2600" dirty="0"/>
              <a:t>, where records are maintained by teachers.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Attendance is usually marked </a:t>
            </a:r>
            <a:r>
              <a:rPr lang="en-US" sz="2600" b="1" dirty="0"/>
              <a:t>by calling student names or using paper registers</a:t>
            </a:r>
            <a:r>
              <a:rPr lang="en-US" sz="2600" dirty="0"/>
              <a:t>, which takes more time.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Calculating attendance percentages is often </a:t>
            </a:r>
            <a:r>
              <a:rPr lang="en-US" sz="2600" b="1" dirty="0"/>
              <a:t>done manually</a:t>
            </a:r>
            <a:r>
              <a:rPr lang="en-US" sz="2600" dirty="0"/>
              <a:t>, which may lead to errors.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There is </a:t>
            </a:r>
            <a:r>
              <a:rPr lang="en-US" sz="2600" b="1" dirty="0"/>
              <a:t>no proper prediction system</a:t>
            </a:r>
            <a:r>
              <a:rPr lang="en-US" sz="2600" dirty="0"/>
              <a:t> to determine how many classes can be skipped safely.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Attendance records may </a:t>
            </a:r>
            <a:r>
              <a:rPr lang="en-US" sz="2600" b="1" dirty="0"/>
              <a:t>be misplaced or difficult to access</a:t>
            </a:r>
            <a:r>
              <a:rPr lang="en-US" sz="2600" dirty="0"/>
              <a:t> when stored manually.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Managing attendance for </a:t>
            </a:r>
            <a:r>
              <a:rPr lang="en-US" sz="2600" b="1" dirty="0"/>
              <a:t>multiple subjects becomes complex and time-consuming</a:t>
            </a:r>
            <a:r>
              <a:rPr lang="en-US" sz="26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• The existing system often </a:t>
            </a:r>
            <a:r>
              <a:rPr lang="en-US" sz="2600" b="1" dirty="0"/>
              <a:t>lacks a centralized digital platform</a:t>
            </a:r>
            <a:r>
              <a:rPr lang="en-US" sz="2600" dirty="0"/>
              <a:t> for students to monitor attendance.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117032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55" y="1461731"/>
            <a:ext cx="10515600" cy="477111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The proposed system is a </a:t>
            </a:r>
            <a:r>
              <a:rPr lang="en-US" sz="2200" b="1" dirty="0"/>
              <a:t>web-based Smart Attendance Management System</a:t>
            </a:r>
            <a:r>
              <a:rPr lang="en-US" sz="2200" dirty="0"/>
              <a:t> called </a:t>
            </a:r>
            <a:r>
              <a:rPr lang="en-US" sz="2200" b="1" dirty="0"/>
              <a:t>ScholarTrack Pro Smart Attendance Companion.</a:t>
            </a: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It provides a </a:t>
            </a:r>
            <a:r>
              <a:rPr lang="en-US" sz="2200" b="1" dirty="0"/>
              <a:t>centralized dashboard</a:t>
            </a:r>
            <a:r>
              <a:rPr lang="en-US" sz="2200" dirty="0"/>
              <a:t> to monitor overall attendance statistics.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Students can </a:t>
            </a:r>
            <a:r>
              <a:rPr lang="en-US" sz="2200" b="1" dirty="0"/>
              <a:t>add and manage subjects</a:t>
            </a:r>
            <a:r>
              <a:rPr lang="en-US" sz="2200" dirty="0"/>
              <a:t> easily within the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An </a:t>
            </a:r>
            <a:r>
              <a:rPr lang="en-US" sz="2200" b="1" dirty="0"/>
              <a:t>attendance predictor</a:t>
            </a:r>
            <a:r>
              <a:rPr lang="en-US" sz="2200" dirty="0"/>
              <a:t> helps students estimate how many classes they can skip or must attend.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The system supports </a:t>
            </a:r>
            <a:r>
              <a:rPr lang="en-US" sz="2200" b="1" dirty="0"/>
              <a:t>custom attendance targets</a:t>
            </a:r>
            <a:r>
              <a:rPr lang="en-US" sz="2200" dirty="0"/>
              <a:t> based on institutional requirements.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All attendance data is </a:t>
            </a:r>
            <a:r>
              <a:rPr lang="en-US" sz="2200" b="1" dirty="0"/>
              <a:t>stored digitally using browser local storage</a:t>
            </a:r>
            <a:r>
              <a:rPr lang="en-US" sz="2200" dirty="0"/>
              <a:t>, reducing paperwork.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It offers a </a:t>
            </a:r>
            <a:r>
              <a:rPr lang="en-US" sz="2200" b="1" dirty="0"/>
              <a:t>responsive and user-friendly interface with dark/light theme support</a:t>
            </a:r>
            <a:r>
              <a:rPr lang="en-US" sz="22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• The system improves </a:t>
            </a:r>
            <a:r>
              <a:rPr lang="en-US" sz="2200" b="1" dirty="0"/>
              <a:t>accuracy, efficiency, and accessibility of attendance tracking</a:t>
            </a:r>
            <a:r>
              <a:rPr lang="en-US" sz="22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56417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4C3CB30-C756-9144-B5F8-C6813D541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353" y="1284426"/>
            <a:ext cx="10803294" cy="502304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633" y="147087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633" y="1524960"/>
            <a:ext cx="10515600" cy="470580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Login / User Profile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• Provides access for </a:t>
            </a:r>
            <a:r>
              <a:rPr lang="en-US" sz="2000" b="1" dirty="0"/>
              <a:t>students to log in and manage their profiles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• Allows users to </a:t>
            </a:r>
            <a:r>
              <a:rPr lang="en-US" sz="2000" b="1" dirty="0"/>
              <a:t>set personal attendance targets</a:t>
            </a:r>
            <a:r>
              <a:rPr lang="en-US" sz="2000" dirty="0"/>
              <a:t> and preferences.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Dashboard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• Displays </a:t>
            </a:r>
            <a:r>
              <a:rPr lang="en-US" sz="2000" b="1" dirty="0"/>
              <a:t>overall attendance statistics and summary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• Shows </a:t>
            </a:r>
            <a:r>
              <a:rPr lang="en-US" sz="2000" b="1" dirty="0"/>
              <a:t>subject-wise attendance percentage and performance</a:t>
            </a:r>
            <a:r>
              <a:rPr lang="en-US" sz="20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Subject Management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• Allows users to </a:t>
            </a:r>
            <a:r>
              <a:rPr lang="en-US" sz="2000" b="1" dirty="0"/>
              <a:t>add, edit, and delete subjects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• Stores subject details like </a:t>
            </a:r>
            <a:r>
              <a:rPr lang="en-US" sz="2000" b="1" dirty="0"/>
              <a:t>subject name and total classes conducted</a:t>
            </a:r>
            <a:r>
              <a:rPr lang="en-US" sz="20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Attendance Tracking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• Enables students to </a:t>
            </a:r>
            <a:r>
              <a:rPr lang="en-US" sz="2000" b="1" dirty="0"/>
              <a:t>mark present or absent for each class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• Automatically </a:t>
            </a:r>
            <a:r>
              <a:rPr lang="en-US" sz="2000" b="1" dirty="0"/>
              <a:t>updates attendance records and percentages</a:t>
            </a:r>
            <a:r>
              <a:rPr lang="en-US" sz="20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5F319-BB37-9FD3-D9C3-AE869BF6B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829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Attendance Prediction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• Predicts </a:t>
            </a:r>
            <a:r>
              <a:rPr lang="en-US" sz="2400" b="1" dirty="0"/>
              <a:t>how many classes can be skipped or must be attended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• Helps students </a:t>
            </a:r>
            <a:r>
              <a:rPr lang="en-US" sz="2400" b="1" dirty="0"/>
              <a:t>maintain required attendance percentage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Result Management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• Displays </a:t>
            </a:r>
            <a:r>
              <a:rPr lang="en-IN" sz="2400" b="1" dirty="0"/>
              <a:t>semester results and subject-wise marks/grades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/>
              <a:t>• Helps students </a:t>
            </a:r>
            <a:r>
              <a:rPr lang="en-IN" sz="2400" b="1" dirty="0"/>
              <a:t>monitor academic performance along with attendance</a:t>
            </a:r>
            <a:r>
              <a:rPr lang="en-IN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Data Storage Module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• Stores attendance and result data using </a:t>
            </a:r>
            <a:r>
              <a:rPr lang="en-IN" sz="2400" b="1" dirty="0"/>
              <a:t>browser local storage</a:t>
            </a:r>
            <a:r>
              <a:rPr lang="en-IN" sz="2400" dirty="0"/>
              <a:t>.</a:t>
            </a:r>
            <a:br>
              <a:rPr lang="en-IN" sz="2400" dirty="0"/>
            </a:br>
            <a:r>
              <a:rPr lang="en-IN" sz="2400" dirty="0"/>
              <a:t>• Ensures </a:t>
            </a:r>
            <a:r>
              <a:rPr lang="en-IN" sz="2400" b="1" dirty="0"/>
              <a:t>quick and persistent access to records</a:t>
            </a:r>
            <a:r>
              <a:rPr lang="en-IN" sz="2400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AB5D6-5728-0871-32E6-F998F195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9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To develop a </a:t>
            </a:r>
            <a:r>
              <a:rPr lang="en-US" sz="2400" b="1" dirty="0"/>
              <a:t>smart attendance tracking system</a:t>
            </a:r>
            <a:r>
              <a:rPr lang="en-US" sz="2400" dirty="0"/>
              <a:t> for students.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 help students </a:t>
            </a:r>
            <a:r>
              <a:rPr lang="en-US" sz="2400" b="1" dirty="0"/>
              <a:t>monitor attendance percentage in real time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 provide </a:t>
            </a:r>
            <a:r>
              <a:rPr lang="en-US" sz="2400" b="1" dirty="0"/>
              <a:t>subject-wise attendance analysis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 assist students in </a:t>
            </a:r>
            <a:r>
              <a:rPr lang="en-US" sz="2400" b="1" dirty="0"/>
              <a:t>planning class attendance using prediction tools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 reduce the risk of </a:t>
            </a:r>
            <a:r>
              <a:rPr lang="en-US" sz="2400" b="1" dirty="0"/>
              <a:t>attendance shortage before exams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 create a </a:t>
            </a:r>
            <a:r>
              <a:rPr lang="en-US" sz="2400" b="1" dirty="0"/>
              <a:t>simple, user-friendly, and responsive web application</a:t>
            </a:r>
            <a:r>
              <a:rPr lang="en-US" sz="24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0" y="107917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CO1: Internet Fundamentals, HTML, Intro CSS</a:t>
            </a:r>
            <a:endParaRPr lang="en-IN" sz="1800" dirty="0"/>
          </a:p>
          <a:p>
            <a:r>
              <a:rPr lang="en-IN" sz="1800" dirty="0"/>
              <a:t>Basics of internet and web: HTTP/HTTPS, client-server model, browsers, hosting, domains.</a:t>
            </a:r>
          </a:p>
          <a:p>
            <a:r>
              <a:rPr lang="en-IN" sz="1800" dirty="0"/>
              <a:t>HTML structure and core content tags: document skeleton, headings, paragraphs, links.</a:t>
            </a:r>
          </a:p>
          <a:p>
            <a:r>
              <a:rPr lang="en-IN" sz="1800" dirty="0"/>
              <a:t>Intro CSS: syntax, selectors, typography, </a:t>
            </a:r>
            <a:r>
              <a:rPr lang="en-IN" sz="1800" dirty="0" err="1"/>
              <a:t>colors</a:t>
            </a:r>
            <a:r>
              <a:rPr lang="en-IN" sz="1800" dirty="0"/>
              <a:t>, and spacing fundamentals (margin, padding, border).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CO2: Forms, Semantic HTML, Advanced CSS Layout</a:t>
            </a:r>
            <a:endParaRPr lang="en-IN" sz="1800" dirty="0"/>
          </a:p>
          <a:p>
            <a:r>
              <a:rPr lang="en-IN" sz="1800" dirty="0"/>
              <a:t>HTML forms: form elements, input types/attributes, and validation basics.</a:t>
            </a:r>
          </a:p>
          <a:p>
            <a:r>
              <a:rPr lang="en-IN" sz="1800" dirty="0"/>
              <a:t>Structured content: semantic tags, tables, media elements, and accessibility attributes.</a:t>
            </a:r>
          </a:p>
          <a:p>
            <a:r>
              <a:rPr lang="en-IN" sz="1800" dirty="0"/>
              <a:t>CSS in depth: advanced selectors, Flexbox, Grid, block layout, media queries, transitions, animations, CSS functions, custom properties, Bootstrap utilities, SCSS basics, and responsive/themed UI design.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CO3: JavaScript Programming Essentials</a:t>
            </a:r>
            <a:endParaRPr lang="en-IN" sz="1800" dirty="0"/>
          </a:p>
          <a:p>
            <a:r>
              <a:rPr lang="en-IN" sz="1800" dirty="0"/>
              <a:t>Core JavaScript: operators, conditions, loops, functions, arrow functions, callbacks.</a:t>
            </a:r>
          </a:p>
          <a:p>
            <a:r>
              <a:rPr lang="en-IN" sz="1800" dirty="0"/>
              <a:t>Data structures and OOP basics: objects, inheritance concepts, arrays and array methods.</a:t>
            </a:r>
          </a:p>
          <a:p>
            <a:r>
              <a:rPr lang="en-IN" sz="1800" dirty="0"/>
              <a:t>Number formats: hexadecimal and scientific literals.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9790A-72DE-3D54-427F-E62017CC3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41" y="85524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CO4: JavaScript Interactivity and DOM</a:t>
            </a:r>
            <a:endParaRPr lang="en-IN" sz="2000" dirty="0"/>
          </a:p>
          <a:p>
            <a:r>
              <a:rPr lang="en-IN" sz="2000" dirty="0"/>
              <a:t>DOM and event handling: selecting/updating elements and responding to user actions.</a:t>
            </a:r>
          </a:p>
          <a:p>
            <a:r>
              <a:rPr lang="en-IN" sz="2000" dirty="0"/>
              <a:t>Browser storage and async JS: local/session storage, asynchronous programming, and Promises.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CO5: Advanced Web Dev and Deployment</a:t>
            </a:r>
            <a:endParaRPr lang="en-IN" sz="2000" dirty="0"/>
          </a:p>
          <a:p>
            <a:r>
              <a:rPr lang="en-IN" sz="2000" dirty="0"/>
              <a:t>Error handling and ES6 modules.</a:t>
            </a:r>
          </a:p>
          <a:p>
            <a:r>
              <a:rPr lang="en-IN" sz="2000" dirty="0"/>
              <a:t>Dynamic forms and API integration with JavaScript.</a:t>
            </a:r>
          </a:p>
          <a:p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0905-998D-E625-E6BD-D59EE33B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9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CO1: Algorithm Analysis, Searching, and Basic Sorting</a:t>
            </a:r>
            <a:endParaRPr lang="en-US" dirty="0"/>
          </a:p>
          <a:p>
            <a:r>
              <a:rPr lang="en-US" dirty="0"/>
              <a:t>Algorithm analysis foundations: mathematical background, computational model, and running-time calculations.</a:t>
            </a:r>
          </a:p>
          <a:p>
            <a:r>
              <a:rPr lang="en-US" dirty="0"/>
              <a:t>Searching techniques: Linear Search and Binary Search with analysis.</a:t>
            </a:r>
          </a:p>
          <a:p>
            <a:r>
              <a:rPr lang="en-US" dirty="0"/>
              <a:t>Sorting introduction with basic methods: Bubble Sort, Insertion Sort, Selection Sort.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CO2: Advanced Sorting Techniques</a:t>
            </a:r>
            <a:endParaRPr lang="en-US" dirty="0"/>
          </a:p>
          <a:p>
            <a:r>
              <a:rPr lang="en-US" dirty="0"/>
              <a:t>Divide-and-conquer sorting methods: Merge Sort and Quick Sort.</a:t>
            </a:r>
          </a:p>
          <a:p>
            <a:r>
              <a:rPr lang="en-US" dirty="0"/>
              <a:t>Comparative understanding of sorting algorithms based on time complexity and use cases.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CO3: Lists and Linked List ADTs</a:t>
            </a:r>
            <a:endParaRPr lang="en-US" dirty="0"/>
          </a:p>
          <a:p>
            <a:r>
              <a:rPr lang="en-US" dirty="0"/>
              <a:t>Abstract Data Types (ADTs) and List ADT concepts.</a:t>
            </a:r>
          </a:p>
          <a:p>
            <a:r>
              <a:rPr lang="en-US" dirty="0"/>
              <a:t>Linked list implementations: singly, doubly, and circular linked lists.</a:t>
            </a:r>
          </a:p>
          <a:p>
            <a:r>
              <a:rPr lang="en-US" dirty="0"/>
              <a:t>Applications of lists and introduction to Polynomial ADT representation.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7E1B9-0E66-B4C4-91C1-AB1C10931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18" y="103406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CO4: Stacks and Queues</a:t>
            </a:r>
            <a:endParaRPr lang="en-US" sz="1800" dirty="0"/>
          </a:p>
          <a:p>
            <a:r>
              <a:rPr lang="en-US" sz="1800" dirty="0"/>
              <a:t>Stack ADT: operations and applications.</a:t>
            </a:r>
          </a:p>
          <a:p>
            <a:r>
              <a:rPr lang="en-US" sz="1800" dirty="0"/>
              <a:t>Expression-related applications: infix to postfix conversion, arithmetic expression evaluation, balancing symbols.</a:t>
            </a:r>
          </a:p>
          <a:p>
            <a:r>
              <a:rPr lang="en-US" sz="1800" dirty="0"/>
              <a:t>Queue ADT: operations, Circular Queue, Dequeue (Deque).</a:t>
            </a:r>
          </a:p>
          <a:p>
            <a:r>
              <a:rPr lang="en-US" sz="1800" dirty="0"/>
              <a:t>Implementing stacks and queues using linked lists.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CO5: Priority Queues, Hashing, and Trees-Related Structures</a:t>
            </a:r>
            <a:endParaRPr lang="en-US" sz="1800" dirty="0"/>
          </a:p>
          <a:p>
            <a:r>
              <a:rPr lang="en-US" sz="1800" dirty="0"/>
              <a:t>Priority Queues (Heaps): model, simple implementations, binary heap, and applications.</a:t>
            </a:r>
          </a:p>
          <a:p>
            <a:r>
              <a:rPr lang="en-US" sz="1800" dirty="0"/>
              <a:t>Hashing: introduction, hash functions, collision handling through Separate Chaining and Open Addressing.</a:t>
            </a:r>
          </a:p>
          <a:p>
            <a:r>
              <a:rPr lang="en-US" sz="1800" dirty="0"/>
              <a:t>Advanced hashing concepts: Rehashing and Extendible Hashing.</a:t>
            </a:r>
          </a:p>
          <a:p>
            <a:endParaRPr lang="en-IN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2F276-BBFC-D631-6AD8-E64AECFC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23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617" y="83878"/>
            <a:ext cx="6477000" cy="811763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76382A-7F57-BC98-2869-B9DB3BC4A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55" y="895641"/>
            <a:ext cx="3446837" cy="26813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272374"/>
            <a:ext cx="2743200" cy="365125"/>
          </a:xfrm>
        </p:spPr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A0DBA9-D68C-4E42-F1CC-B11DDECB6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090" y="895641"/>
            <a:ext cx="4133461" cy="268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0F4A7B-4CC6-24F3-BD3C-4B196CD4B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848" y="895641"/>
            <a:ext cx="3312367" cy="2692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C40589-B46B-AACB-4116-04C9BF8A4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48" y="3656668"/>
            <a:ext cx="5312959" cy="30648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C279A4-84DF-4F92-3F10-D271DD50A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24" y="3656668"/>
            <a:ext cx="5312959" cy="30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447" y="-42703"/>
            <a:ext cx="5761358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61" y="1340667"/>
            <a:ext cx="10515600" cy="51254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</a:t>
            </a:r>
            <a:r>
              <a:rPr lang="en-US" sz="2400" b="1" dirty="0"/>
              <a:t>ScholarTrack Pro Smart Attendance Companion</a:t>
            </a:r>
            <a:r>
              <a:rPr lang="en-US" sz="2400" dirty="0"/>
              <a:t> provides an efficient and user-friendly solution for managing academic attendance digitally.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• The system allows students to </a:t>
            </a:r>
            <a:r>
              <a:rPr lang="en-US" sz="2400" b="1" dirty="0"/>
              <a:t>track subject-wise attendance, monitor performance, and maintain required attendance levels</a:t>
            </a:r>
            <a:r>
              <a:rPr lang="en-US" sz="2400" dirty="0"/>
              <a:t> through a centralized dashboard.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</a:t>
            </a:r>
            <a:r>
              <a:rPr lang="en-US" sz="2400" b="1" dirty="0"/>
              <a:t>ScholarTrack Pro Smart Attendance Companion</a:t>
            </a:r>
            <a:r>
              <a:rPr lang="en-US" sz="2400" dirty="0"/>
              <a:t> provides an efficient and user-friendly solution for managing academic attendance digitally.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• The system allows students to </a:t>
            </a:r>
            <a:r>
              <a:rPr lang="en-US" sz="2400" b="1" dirty="0"/>
              <a:t>track subject-wise attendance, monitor performance, and maintain required attendance levels</a:t>
            </a:r>
            <a:r>
              <a:rPr lang="en-US" sz="2400" dirty="0"/>
              <a:t> through a centralized dashboard.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Overall, ScholarTrack simplifies attendance monitoring and supports students in </a:t>
            </a:r>
            <a:r>
              <a:rPr lang="en-US" sz="2400" b="1" dirty="0"/>
              <a:t>maintaining academic compliance effectively</a:t>
            </a:r>
            <a:r>
              <a:rPr lang="en-US" sz="24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514" y="37322"/>
            <a:ext cx="4209661" cy="923731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34B061BA-5506-C929-A14A-675BCEEB7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23" y="1337305"/>
            <a:ext cx="3513426" cy="46845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A04963-DD60-2EA7-BA0F-347D41DCB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287" y="1337306"/>
            <a:ext cx="3513426" cy="46845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9CBFB97-F9C0-1269-B9DB-BF05C45AE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151" y="1349963"/>
            <a:ext cx="3513427" cy="468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4025</TotalTime>
  <Words>1159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Title : ScholarTrack Pro Smart Attendance Companion</vt:lpstr>
      <vt:lpstr>Abstract</vt:lpstr>
      <vt:lpstr>Existing System </vt:lpstr>
      <vt:lpstr>Proposed System</vt:lpstr>
      <vt:lpstr>System Architecture</vt:lpstr>
      <vt:lpstr>Project Modules</vt:lpstr>
      <vt:lpstr>PowerPoint Presentation</vt:lpstr>
      <vt:lpstr>Objectives</vt:lpstr>
      <vt:lpstr>Co’s Attainments - FWD</vt:lpstr>
      <vt:lpstr>PowerPoint Presentation</vt:lpstr>
      <vt:lpstr>Co’s Attainments - DSA</vt:lpstr>
      <vt:lpstr>PowerPoint Presentation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Anudeep Potnuru</cp:lastModifiedBy>
  <cp:revision>58</cp:revision>
  <dcterms:created xsi:type="dcterms:W3CDTF">2022-05-20T10:20:31Z</dcterms:created>
  <dcterms:modified xsi:type="dcterms:W3CDTF">2026-03-09T04:10:03Z</dcterms:modified>
</cp:coreProperties>
</file>